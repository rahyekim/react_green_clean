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3"/>
  </p:notesMasterIdLst>
  <p:handoutMasterIdLst>
    <p:handoutMasterId r:id="rId14"/>
  </p:handoutMasterIdLst>
  <p:sldIdLst>
    <p:sldId id="398" r:id="rId3"/>
    <p:sldId id="409" r:id="rId4"/>
    <p:sldId id="403" r:id="rId5"/>
    <p:sldId id="404" r:id="rId6"/>
    <p:sldId id="412" r:id="rId7"/>
    <p:sldId id="414" r:id="rId8"/>
    <p:sldId id="415" r:id="rId9"/>
    <p:sldId id="413" r:id="rId10"/>
    <p:sldId id="416" r:id="rId11"/>
    <p:sldId id="406" r:id="rId12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>
        <p:scale>
          <a:sx n="100" d="100"/>
          <a:sy n="100" d="100"/>
        </p:scale>
        <p:origin x="372" y="7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4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669078" y="3957724"/>
            <a:ext cx="1148044" cy="75674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노출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1691681" y="1536651"/>
            <a:ext cx="1005213" cy="960809"/>
          </a:xfrm>
          <a:prstGeom prst="bentConnector3">
            <a:avLst>
              <a:gd name="adj1" fmla="val -74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 flipV="1">
            <a:off x="7059624" y="841276"/>
            <a:ext cx="14451" cy="1128117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20197" y="2474600"/>
            <a:ext cx="10064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flipV="1">
            <a:off x="7098630" y="3295898"/>
            <a:ext cx="0" cy="2427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31922"/>
            <a:ext cx="2853" cy="12644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1FD16DD8-7559-44AC-AAA2-DBF164B29BF3}"/>
              </a:ext>
            </a:extLst>
          </p:cNvPr>
          <p:cNvCxnSpPr>
            <a:cxnSpLocks/>
          </p:cNvCxnSpPr>
          <p:nvPr/>
        </p:nvCxnSpPr>
        <p:spPr>
          <a:xfrm rot="10800000">
            <a:off x="8794627" y="2091940"/>
            <a:ext cx="25845" cy="589206"/>
          </a:xfrm>
          <a:prstGeom prst="bentConnector3">
            <a:avLst>
              <a:gd name="adj1" fmla="val -399247"/>
            </a:avLst>
          </a:prstGeom>
          <a:ln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CCA307E-78A9-4043-A447-C4404127DC12}"/>
              </a:ext>
            </a:extLst>
          </p:cNvPr>
          <p:cNvCxnSpPr>
            <a:cxnSpLocks/>
          </p:cNvCxnSpPr>
          <p:nvPr/>
        </p:nvCxnSpPr>
        <p:spPr>
          <a:xfrm rot="16200000" flipV="1">
            <a:off x="7799212" y="3050053"/>
            <a:ext cx="2253674" cy="140377"/>
          </a:xfrm>
          <a:prstGeom prst="bentConnector2">
            <a:avLst/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9F2D4D59-14C8-4B49-B16A-6A5407EF55E2}"/>
              </a:ext>
            </a:extLst>
          </p:cNvPr>
          <p:cNvCxnSpPr>
            <a:cxnSpLocks/>
          </p:cNvCxnSpPr>
          <p:nvPr/>
        </p:nvCxnSpPr>
        <p:spPr>
          <a:xfrm rot="10800000">
            <a:off x="8408250" y="4239194"/>
            <a:ext cx="589607" cy="2"/>
          </a:xfrm>
          <a:prstGeom prst="bentConnector3">
            <a:avLst>
              <a:gd name="adj1" fmla="val 50000"/>
            </a:avLst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D2E4CEA4-683E-4C61-BF1B-F2739B3FCF92}"/>
              </a:ext>
            </a:extLst>
          </p:cNvPr>
          <p:cNvCxnSpPr>
            <a:cxnSpLocks/>
          </p:cNvCxnSpPr>
          <p:nvPr/>
        </p:nvCxnSpPr>
        <p:spPr>
          <a:xfrm rot="10800000" flipH="1">
            <a:off x="6875882" y="868857"/>
            <a:ext cx="1005213" cy="960809"/>
          </a:xfrm>
          <a:prstGeom prst="bentConnector3">
            <a:avLst>
              <a:gd name="adj1" fmla="val -74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757949"/>
              </p:ext>
            </p:extLst>
          </p:nvPr>
        </p:nvGraphicFramePr>
        <p:xfrm>
          <a:off x="6979021" y="0"/>
          <a:ext cx="2164979" cy="2544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 웹 랜딩 페이지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초등 중등 고등 단행본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 pc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모드시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펼쳐짐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마이메뉴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페이지 이동 버튼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???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 버튼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검색어 입력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광고슬라이드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en-US" altLang="ko-KR" sz="7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….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B6D9D13-1075-429A-91F9-1DA5FA77A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77" y="348680"/>
            <a:ext cx="2164979" cy="4685236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2117241" y="322956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527096" y="337220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990172" y="28491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4EF1E9-815E-401C-B8B8-1078C433915C}"/>
              </a:ext>
            </a:extLst>
          </p:cNvPr>
          <p:cNvGrpSpPr/>
          <p:nvPr/>
        </p:nvGrpSpPr>
        <p:grpSpPr>
          <a:xfrm>
            <a:off x="2671112" y="625252"/>
            <a:ext cx="388720" cy="200055"/>
            <a:chOff x="4727047" y="5307508"/>
            <a:chExt cx="388720" cy="200055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30EEC81-93C6-43FC-9A8B-0B405F85337F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08980977-D37D-416C-8B8C-CABE85289939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F32CBA2-5228-4FA6-BE63-0F2DB2AA8CAA}"/>
              </a:ext>
            </a:extLst>
          </p:cNvPr>
          <p:cNvGrpSpPr/>
          <p:nvPr/>
        </p:nvGrpSpPr>
        <p:grpSpPr>
          <a:xfrm>
            <a:off x="1187624" y="785237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FDAB195-4551-4880-BC6B-E3C987650F8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92A7CF1F-2103-44F2-8004-C7DD31D46E3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F7E90E1-7AD6-449C-B522-E96799D7DF7E}"/>
              </a:ext>
            </a:extLst>
          </p:cNvPr>
          <p:cNvGrpSpPr/>
          <p:nvPr/>
        </p:nvGrpSpPr>
        <p:grpSpPr>
          <a:xfrm>
            <a:off x="870912" y="1649333"/>
            <a:ext cx="388720" cy="200055"/>
            <a:chOff x="4727047" y="5307508"/>
            <a:chExt cx="388720" cy="200055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16CD9EF-E78D-416B-A4AF-93596B6BF478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706BF01C-3C01-4510-9F62-D60EF394E68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4394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85EB87-61A1-46BD-BDE5-1E6C63C8B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255" y="538707"/>
            <a:ext cx="3052529" cy="4657700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272067"/>
              </p:ext>
            </p:extLst>
          </p:nvPr>
        </p:nvGraphicFramePr>
        <p:xfrm>
          <a:off x="6979021" y="0"/>
          <a:ext cx="2164979" cy="2543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선택한 태그를 기준으로 필터링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388451" y="629220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051720" y="12892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2051720" y="1633364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727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01601C-4CE9-4B60-AB0E-7EEE57076C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86" y="858366"/>
            <a:ext cx="2961117" cy="4441676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031537"/>
              </p:ext>
            </p:extLst>
          </p:nvPr>
        </p:nvGraphicFramePr>
        <p:xfrm>
          <a:off x="6979021" y="0"/>
          <a:ext cx="2164979" cy="2706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현재 화면 내 목록변경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랭킹 데이터 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이미지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텍스트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상세 페이지 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전체상품 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도서유형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143307" y="1153465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730767" y="12534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467544" y="1777380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2589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11E480-B320-4882-889C-E9612A040A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52" y="868244"/>
            <a:ext cx="2974338" cy="4461507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477253"/>
              </p:ext>
            </p:extLst>
          </p:nvPr>
        </p:nvGraphicFramePr>
        <p:xfrm>
          <a:off x="6979021" y="0"/>
          <a:ext cx="2164979" cy="3028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영역 타이틀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이벤트 목록 페이지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전체 페이지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제목영역 전체클릭 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catergory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badge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관리자 등록 기간 노출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공식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SNS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이동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외부 링크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새창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앱으로 이동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맞춤 도서 페이지 화면으로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더블클릭시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맨위상단으로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202359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971600" y="785237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887136" y="769268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086936" y="12013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3B82830-D084-4C17-ACB2-77D58B5EC509}"/>
              </a:ext>
            </a:extLst>
          </p:cNvPr>
          <p:cNvGrpSpPr/>
          <p:nvPr/>
        </p:nvGrpSpPr>
        <p:grpSpPr>
          <a:xfrm>
            <a:off x="1259632" y="3217540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8C877BE-3D42-40BF-9BF1-35B7AA7EDBB6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486F59E0-0AAC-412F-A0AB-F9E30B3F00E5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013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headEnd w="sm" len="sm"/>
          <a:tailEnd type="arrow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17247</TotalTime>
  <Words>1699</Words>
  <Application>Microsoft Office PowerPoint</Application>
  <PresentationFormat>화면 슬라이드 쇼(16:10)</PresentationFormat>
  <Paragraphs>318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Arial</vt:lpstr>
      <vt:lpstr>Calibri</vt:lpstr>
      <vt:lpstr>Segoe UI</vt:lpstr>
      <vt:lpstr>나눔고딕</vt:lpstr>
      <vt:lpstr>맑은 고딕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1425</cp:revision>
  <cp:lastPrinted>2020-01-08T09:16:57Z</cp:lastPrinted>
  <dcterms:created xsi:type="dcterms:W3CDTF">2018-01-08T06:52:41Z</dcterms:created>
  <dcterms:modified xsi:type="dcterms:W3CDTF">2026-08-14T02:12:47Z</dcterms:modified>
</cp:coreProperties>
</file>