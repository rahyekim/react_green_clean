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9"/>
  </p:notesMasterIdLst>
  <p:handoutMasterIdLst>
    <p:handoutMasterId r:id="rId10"/>
  </p:handoutMasterIdLst>
  <p:sldIdLst>
    <p:sldId id="398" r:id="rId3"/>
    <p:sldId id="409" r:id="rId4"/>
    <p:sldId id="403" r:id="rId5"/>
    <p:sldId id="404" r:id="rId6"/>
    <p:sldId id="412" r:id="rId7"/>
    <p:sldId id="406" r:id="rId8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 varScale="1">
        <p:scale>
          <a:sx n="126" d="100"/>
          <a:sy n="126" d="100"/>
        </p:scale>
        <p:origin x="1554" y="102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0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669078" y="3957724"/>
            <a:ext cx="1148044" cy="75674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노출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2005200" y="1430729"/>
            <a:ext cx="1885610" cy="13554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 flipV="1">
            <a:off x="7066043" y="908578"/>
            <a:ext cx="9909" cy="1023908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3476933" y="2663996"/>
            <a:ext cx="455771" cy="3071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61181" y="2474600"/>
            <a:ext cx="914937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rot="5400000" flipH="1">
            <a:off x="4202813" y="2866647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74566"/>
            <a:ext cx="2853" cy="70301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17161</TotalTime>
  <Words>993</Words>
  <Application>Microsoft Office PowerPoint</Application>
  <PresentationFormat>화면 슬라이드 쇼(16:10)</PresentationFormat>
  <Paragraphs>191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1407</cp:revision>
  <cp:lastPrinted>2020-01-08T09:16:57Z</cp:lastPrinted>
  <dcterms:created xsi:type="dcterms:W3CDTF">2018-01-08T06:52:41Z</dcterms:created>
  <dcterms:modified xsi:type="dcterms:W3CDTF">2026-08-06T08:41:23Z</dcterms:modified>
</cp:coreProperties>
</file>